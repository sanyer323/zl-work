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海外 AI 模型 / 算力渠道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8C7D6"/>
                </a:solidFill>
                <a:latin typeface="Microsoft YaHei"/>
              </a:rPr>
              <a:t>投资者看板 · Investor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C8E"/>
                </a:solidFill>
                <a:latin typeface="Microsoft YaHei"/>
              </a:rPr>
              <a:t>香港公司主体 · 官方折扣供给 · 百度承载交付 · Pre-revenue 规划情景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数据口径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本材料财务数字为规划情景，不是历史实账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• 倍率、客户数、ARPU 为内部假设，用于敏感度讨论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• 落地后以百度结算单与 Stripe / 香港公司实收替换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• 当前阶段重点：书面授权与供给，而非自建机房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2F45"/>
                </a:solidFill>
                <a:latin typeface="Microsoft YaHei"/>
              </a:rPr>
              <a:t>• 明确不做：共享账号、无限包月、无授权跨境灌量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一句话投资论点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2011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0F1C2E"/>
                </a:solidFill>
                <a:latin typeface="Microsoft YaHei"/>
              </a:rPr>
              <a:t>官方成本优势 × 香港收款 × 百度供给 = 跨境 AI 渠道生意。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投的是授权与分销能力，不是自建算力资产。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7A6E"/>
                </a:solidFill>
                <a:latin typeface="Microsoft YaHei"/>
              </a:rPr>
              <a:t>供给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官方折扣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主流国产模型可覆盖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931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7A6E"/>
                </a:solidFill>
                <a:latin typeface="Microsoft YaHei"/>
              </a:rPr>
              <a:t>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香港公司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USD 收款与签约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7A6E"/>
                </a:solidFill>
                <a:latin typeface="Microsoft YaHei"/>
              </a:rPr>
              <a:t>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百度承载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不买服务器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931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7A6E"/>
                </a:solidFill>
                <a:latin typeface="Microsoft YaHei"/>
              </a:rPr>
              <a:t>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Pre-revenue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钉死授权再放量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投资者该看什么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四根杠杆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杠杆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我们有什么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投资者核验点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官方折扣（非灰色 Key）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合同是否允许境外转售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信任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香港公司 + 可挂 Baidu Cloud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书面渠道/代理身份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运营杠杆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轻资产，百度出资源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子账号转售能否谈成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扩张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模型 API → GPU 可同渠道延伸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首年是否可复核用量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商业模式与资金流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轻资产渠道，而非买卡转租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环节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谁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获客/签约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我方（香港公司）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海外开发者与小团队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收款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香港公司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USD / Stripe 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进货结算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我方 → 百度/厂商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官方折扣价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交付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百度云 / 模型 API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GPU 或推理配额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一线支持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我方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账号、账单、续费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底层故障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平台与资源可用性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规划情景 · 12 个月（示意）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售价 ≈ 结算成本 × 1.5～1.8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情景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倍率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M12 客户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ARPU/月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示意毛利率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保守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1.50×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$420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基准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1.65×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140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$680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39%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进取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1.80×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1C2E"/>
                </a:solidFill>
                <a:latin typeface="Microsoft YaHei"/>
              </a:rPr>
              <a:t>基准情景粗算（M12 月）：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收入 ≈ 140 × $680 ≈ $95,200 / 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毛利 ≈ 收入 × 39% ≈ $37,500 / 月（未扣获客与合规摊销）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C8E"/>
                </a:solidFill>
                <a:latin typeface="Microsoft YaHei"/>
              </a:rPr>
              <a:t>贡献利润另扣支付约 3.5% + 客服约 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单位经济（成本=100 归一）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以基准 1.65× 为例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金额（USD）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结算成本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百度/厂商官方折扣进价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售价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165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成本 × 1.65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毛利空间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毛利率约 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支付摩擦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~6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约售价 3.5%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客服余量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~10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约售价 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贡献利润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~49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未含获客与合规摊销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收入结构目标（示意）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首年以推理 API 获客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1F7A6E"/>
                </a:solidFill>
                <a:latin typeface="Microsoft YaHei"/>
              </a:rPr>
              <a:t>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C2E"/>
                </a:solidFill>
                <a:latin typeface="Microsoft YaHei"/>
              </a:rPr>
              <a:t>模型推理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C8E"/>
                </a:solidFill>
                <a:latin typeface="Microsoft YaHei"/>
              </a:rPr>
              <a:t>开发者入口、OpenAI 兼容体验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C45C26"/>
                </a:solidFill>
                <a:latin typeface="Microsoft YaHe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C2E"/>
                </a:solidFill>
                <a:latin typeface="Microsoft YaHei"/>
              </a:rPr>
              <a:t>GPU / 包月算力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C8E"/>
                </a:solidFill>
                <a:latin typeface="Microsoft YaHei"/>
              </a:rPr>
              <a:t>随百度授权加深放大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64592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103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F1C2E"/>
                </a:solidFill>
                <a:latin typeface="Microsoft YaHei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F1C2E"/>
                </a:solidFill>
                <a:latin typeface="Microsoft YaHei"/>
              </a:rPr>
              <a:t>企业配额与支持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C8E"/>
                </a:solidFill>
                <a:latin typeface="Microsoft YaHei"/>
              </a:rPr>
              <a:t>后期高客单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关键路径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下一道闸门是百度书面条款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完成标准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W0–1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百度五句话落地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身份/结算/落户/出海/品牌有书面记录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W2–3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可卖清单 + 报价骨架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GPU 与模型折扣表、进售价两列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W4–6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种子客户试单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3–5 个付费或预付测试账户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稳定月结与复购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可复核用量账单 + 毛利追踪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One API 自建网关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仅当百度路径谈不拢时启用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风险与缓释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影响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缓释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上游禁止境外转售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模式失效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先拿书面授权再放量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配额/账号波动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客户流失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多模型备份 + 信用补偿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支付拒付与盗刷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毛利被吞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预充值、限额、人工开户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纯差价无品牌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易被替代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香港主体 + Baidu 背书 + SLA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合规与数据出境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企业单难签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先做开发者，企业单单评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资本用途（若融资）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C8E"/>
                </a:solidFill>
                <a:latin typeface="Microsoft YaHei"/>
              </a:rPr>
              <a:t>轻资产：钱用于获客与缓冲，不用于买 GPU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示意占比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海外获客与渠道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开发者社群、内容、渠道分成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合规/合同/法务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转售授权、合同模板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收款与风控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Stripe、拒付与盗刷防控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客服与技术对接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一线支持与上游对接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运营现金缓冲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F45"/>
                          </a:solidFill>
                          <a:latin typeface="Microsoft YaHei"/>
                        </a:rPr>
                        <a:t>覆盖结算周期与波动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投资人应追问的 4 个问题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642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百度侧是否允许子账号转售给境外客户？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8072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折扣锁定期与调价机制是什么？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502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首批 10 个客户从哪来，谁负责成交？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566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0932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2F45"/>
                </a:solidFill>
                <a:latin typeface="Microsoft YaHei"/>
              </a:rPr>
              <a:t>若百度谈崩，自建网关的启动成本与时间？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"/>
            <a:ext cx="109728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C2E"/>
                </a:solidFill>
                <a:latin typeface="Microsoft YaHei"/>
              </a:rPr>
              <a:t>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212080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21208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solidFill>
            <a:srgbClr val="A8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优先路径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明确边界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百度子账号转售（优于纯返点）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香港公司收款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先开发者/小团队，再企业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售价 = 成本 × 1.5～1.8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忌：裸卖 Key / 共享账号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暂不买服务器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One API 仅作备用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F45"/>
                </a:solidFill>
                <a:latin typeface="Microsoft YaHei"/>
              </a:rPr>
              <a:t>• 先书面授权，再对外报价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8C7D6"/>
                </a:solidFill>
                <a:latin typeface="Microsoft YaHei"/>
              </a:rPr>
              <a:t>下一动作：把百度五句话谈成书面记录 → 出报价骨架 → 种子客户试单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C8E"/>
                </a:solidFill>
                <a:latin typeface="Microsoft YaHei"/>
              </a:rPr>
              <a:t>配套：Cursor 投资者看板 Canvas · 仓库 docs/海外模型与算力业务/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