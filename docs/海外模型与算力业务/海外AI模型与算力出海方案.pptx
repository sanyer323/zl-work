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海外卖中国模型 Token / 算力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B8C7D6"/>
                </a:solidFill>
                <a:latin typeface="Microsoft YaHei"/>
              </a:rPr>
              <a:t>从官方折扣到百度渠道转售：完整业务梳理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C8E"/>
                </a:solidFill>
                <a:latin typeface="Microsoft YaHei"/>
              </a:rPr>
              <a:t>内部方案简报 · 香港公司主体 · 不自建服务器优先路径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C8E"/>
                </a:solidFill>
                <a:latin typeface="Microsoft YaHei"/>
              </a:rPr>
              <a:t>把昨天讨论从头到尾串成一条决策链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2F45"/>
                </a:solidFill>
                <a:latin typeface="Microsoft YaHei"/>
              </a:rPr>
              <a:t>01  起点：有国内主流模型官方折扣，想卖到海外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2F45"/>
                </a:solidFill>
                <a:latin typeface="Microsoft YaHei"/>
              </a:rPr>
              <a:t>02  红线：裸转售 Key vs 合规卖服务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2F45"/>
                </a:solidFill>
                <a:latin typeface="Microsoft YaHei"/>
              </a:rPr>
              <a:t>03  客户要什么、两种卖法、两类客户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2F45"/>
                </a:solidFill>
                <a:latin typeface="Microsoft YaHei"/>
              </a:rPr>
              <a:t>04  条件确认：全系折扣 + 香港公司 + 愿做交付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2F45"/>
                </a:solidFill>
                <a:latin typeface="Microsoft YaHei"/>
              </a:rPr>
              <a:t>05  技术路线 A：One API 自建网关（备选）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2F45"/>
                </a:solidFill>
                <a:latin typeface="Microsoft YaHei"/>
              </a:rPr>
              <a:t>06  最终选择：不买服务器，挂靠百度卖算力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2F45"/>
                </a:solidFill>
                <a:latin typeface="Microsoft YaHei"/>
              </a:rPr>
              <a:t>07  跟百度谈什么、本周怎么落地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01  机会从哪来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C8E"/>
                </a:solidFill>
                <a:latin typeface="Microsoft YaHei"/>
              </a:rPr>
              <a:t>成本优势已经成立，缺的是对外产品形态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2651760" cy="4206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2651760" cy="4572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27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供给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国内主流模型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官方折扣渠道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（DeepSeek / 通义 /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智谱 / 豆包 / 文心…）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554480"/>
            <a:ext cx="2651760" cy="4206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554480"/>
            <a:ext cx="2651760" cy="4572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627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主体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2860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香港公司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可做境外收款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与对客合同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54480"/>
            <a:ext cx="2651760" cy="4206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554480"/>
            <a:ext cx="2651760" cy="4572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627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关系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2860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与百度有现成合作基础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可谈云资源与授权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554480"/>
            <a:ext cx="2651760" cy="4206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554480"/>
            <a:ext cx="2651760" cy="4572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627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意愿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2860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可做网关/交付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但更倾向轻资产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不自购服务器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02  先分清：什么能卖，什么别碰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C8E"/>
                </a:solidFill>
                <a:latin typeface="Microsoft YaHei"/>
              </a:rPr>
              <a:t>官方折扣是起点；灰色倒卖 Key 不是生意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212080" cy="4572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212080" cy="4572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5212080" cy="502920"/>
          </a:xfrm>
          <a:prstGeom prst="rect">
            <a:avLst/>
          </a:prstGeom>
          <a:solidFill>
            <a:srgbClr val="A83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212080" cy="50292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361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不建议：裸转售 Token / 共享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5361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建议：卖服务（API / 算力渠道）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19456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多数厂商 ToS 禁止二次转售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账号封禁、纠纷、拒付率高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海外客户不敢把生产流量挂不明中间商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信任差、无 SLA、难续费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看起来赚差价，实际风险在你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9456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卖统一接入、账单、支持、配额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折扣只是你的成本优势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香港公司收款 + 合同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上游官方/百度授权更稳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可做成长期渠道生意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03  海外客户真正买什么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C8E"/>
                </a:solidFill>
                <a:latin typeface="Microsoft YaHei"/>
              </a:rPr>
              <a:t>便宜不够；稳定、账单、数据路径说明才成交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6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640079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客户要的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统一 Endpoint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最好 OpenAI 兼容，降低接入成本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多模型路由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国内主流模型一站调用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英文文档与账单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USD / Stripe / 香港主体发票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可用性说明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延迟、备用、故障责任边界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企业刚需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密钥隔离、限额、审计（后期再做）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45C26"/>
                </a:solidFill>
                <a:latin typeface="Microsoft YaHei"/>
              </a:rPr>
              <a:t>结论：对外卖的是「可信的推理/算力服务」，不是「国内更便宜的额度」。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04  两种卖法（当时解释过）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C8E"/>
                </a:solidFill>
                <a:latin typeface="Microsoft YaHei"/>
              </a:rPr>
              <a:t>你已表示「两种我都不懂」——这里用一张图定调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212080" cy="4572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212080" cy="4572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5212080" cy="50292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212080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361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A. 纯转售 API（像卖加油卡）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5361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B. 网关/产品（像卖加油站服务）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19456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客户拿你的 Key，自己调模型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你赚进销差价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上手快，黏性低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封号/涨价客户就走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大客户一般不买单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9456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客户连的是你的地址或百度资源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你提供计费、限流、文档、客服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难一点，但能长期卖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更像正经生意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推荐作为对外形态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05  两类客户：先谁后谁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C8E"/>
                </a:solidFill>
                <a:latin typeface="Microsoft YaHei"/>
              </a:rPr>
              <a:t>建议顺序：个人/小团队 → 再公司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54480"/>
          <a:ext cx="1088136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个人开发者 / 小团队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海外公司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要什么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便宜、好接、文档清楚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稳定、合同、发票、合规说明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客单价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低（数美元～数百美元/月）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高（可到数千美元以上）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成交难度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低，网上就能卖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高，要信任与材料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适合阶段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现在 / 内测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稳定运行后再做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06  已确认的条件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C8E"/>
                </a:solidFill>
                <a:latin typeface="Microsoft YaHei"/>
              </a:rPr>
              <a:t>讨论过程中你明确过的事实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2F45"/>
                </a:solidFill>
                <a:latin typeface="Microsoft YaHei"/>
              </a:rPr>
              <a:t>✓  折扣覆盖所提主流模型（不是只拿一两个）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2F45"/>
                </a:solidFill>
                <a:latin typeface="Microsoft YaHei"/>
              </a:rPr>
              <a:t>✓  折扣性质：官方折扣（非灰色二手额度）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2F45"/>
                </a:solidFill>
                <a:latin typeface="Microsoft YaHei"/>
              </a:rPr>
              <a:t>✓  主体：已有香港公司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2F45"/>
                </a:solidFill>
                <a:latin typeface="Microsoft YaHei"/>
              </a:rPr>
              <a:t>✓  交付意愿：愿意做网关/产品层（后来改为更轻）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2F45"/>
                </a:solidFill>
                <a:latin typeface="Microsoft YaHei"/>
              </a:rPr>
              <a:t>✓  供给偏好：可与百度合作，用百度侧资源承载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2F45"/>
                </a:solidFill>
                <a:latin typeface="Microsoft YaHei"/>
              </a:rPr>
              <a:t>✓  运维偏好：不买服务器，尽量让百度来做底座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07  备选技术路线：One API 自建网关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C8E"/>
                </a:solidFill>
                <a:latin typeface="Microsoft YaHei"/>
              </a:rPr>
              <a:t>你曾选 A；若日后要自控品牌 API，可启用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6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640079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步骤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做什么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香港/新加坡云主机 + Docker 部署 One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域名 HTTPS，Base URL = https://api.xxx.com/v1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后台接各厂商官方折扣 Key，做模型名映射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售价 ≈ 成本 × 1.5～1.8，预充值扣费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香港公司 Stripe 收款；英文一页文档上线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45C26"/>
                </a:solidFill>
                <a:latin typeface="Microsoft YaHei"/>
              </a:rPr>
              <a:t>现状：你决定暂不买服务器 → 本路线降级为「备用能力」，主路径改为百度算力渠道。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08  最终选择：挂靠百度，只卖算力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C8E"/>
                </a:solidFill>
                <a:latin typeface="Microsoft YaHei"/>
              </a:rPr>
              <a:t>轻资产：百度出资源，你做出海销售与资金流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212080" cy="4572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212080" cy="4572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5212080" cy="5029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212080" cy="50292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361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百度负责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5361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你负责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19456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服务器 / GPU / 平台底座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开通、底层账单、技术供给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基础设施稳定性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（谈妥后）授权与配额保障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9456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找海外客户、谈价签约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香港公司收款与对客合同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用官方/百度折扣进货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一线商务、续费、需求转述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09  概念澄清：卖模型 Token ≠ 卖 GPU 算力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C8E"/>
                </a:solidFill>
                <a:latin typeface="Microsoft YaHei"/>
              </a:rPr>
              <a:t>对外可以都叫「算力/AI 云」，对内账要分清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85800"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卖模型（API / Token）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卖算力（GPU）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客户买的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调模型接口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租显卡小时 / 包月机器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你的优势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模型官方折扣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百度云渠道价 + 海外获客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客户画像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App / 开发者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训练或自建推理的人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运维负担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相对低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更高（机器、网络、赔付）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与现状匹配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折扣模型强相关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更贴「百度出机器」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10  跟百度必须谈死的 5 句话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C8E"/>
                </a:solidFill>
                <a:latin typeface="Microsoft YaHei"/>
              </a:rPr>
              <a:t>没谈清不要对外报价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10881360" cy="8229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3560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45C26"/>
                </a:solidFill>
                <a:latin typeface="Microsoft YaHei"/>
              </a:rPr>
              <a:t>01 身份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52704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2F45"/>
                </a:solidFill>
                <a:latin typeface="Microsoft YaHei"/>
              </a:rPr>
              <a:t>渠道 / 代理 / 合作伙伴？有没有书面授权？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10881360" cy="8229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9572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45C26"/>
                </a:solidFill>
                <a:latin typeface="Microsoft YaHei"/>
              </a:rPr>
              <a:t>02 结算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871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2F45"/>
                </a:solidFill>
                <a:latin typeface="Microsoft YaHei"/>
              </a:rPr>
              <a:t>目录价几折？按量还是包年？月结还是预充？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46120"/>
            <a:ext cx="10881360" cy="8229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45C26"/>
                </a:solidFill>
                <a:latin typeface="Microsoft YaHei"/>
              </a:rPr>
              <a:t>03 客户落户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44728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2F45"/>
                </a:solidFill>
                <a:latin typeface="Microsoft YaHei"/>
              </a:rPr>
              <a:t>开在我名下子账号，还是客户直开百度、我拿返点？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06240"/>
            <a:ext cx="10881360" cy="8229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31596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45C26"/>
                </a:solidFill>
                <a:latin typeface="Microsoft YaHei"/>
              </a:rPr>
              <a:t>04 出海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40740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2F45"/>
                </a:solidFill>
                <a:latin typeface="Microsoft YaHei"/>
              </a:rPr>
              <a:t>是否允许境外客户？合同、发票、数据说明谁出？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166360"/>
            <a:ext cx="10881360" cy="8229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27608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45C26"/>
                </a:solidFill>
                <a:latin typeface="Microsoft YaHei"/>
              </a:rPr>
              <a:t>05 品牌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3675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2F45"/>
                </a:solidFill>
                <a:latin typeface="Microsoft YaHei"/>
              </a:rPr>
              <a:t>能否说 Powered by Baidu Cloud？能否白标？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11  百度合作两种做法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C8E"/>
                </a:solidFill>
                <a:latin typeface="Microsoft YaHei"/>
              </a:rPr>
              <a:t>要「折扣在我这、我在卖算力」→ 优先子账号转售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212080" cy="4572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212080" cy="4572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5212080" cy="50292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212080" cy="502920"/>
          </a:xfrm>
          <a:prstGeom prst="rect">
            <a:avLst/>
          </a:prstGeom>
          <a:solidFill>
            <a:srgbClr val="3D4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361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做法 1：子账号转售（推荐）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5361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做法 2：推荐返点（最轻）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19456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客户用量记在你组织/主账号下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你按折扣向百度付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你按销售价向客户收 USD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更像真正的「你在卖算力」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毛利与客户关系都在你这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9456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客户直接在百度开户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你拿佣金/返点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几乎不碰交付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不像自有算力生意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毛利薄，品牌弱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12  定价与资金流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C8E"/>
                </a:solidFill>
                <a:latin typeface="Microsoft YaHei"/>
              </a:rPr>
              <a:t>差价要覆盖支付、拒付、客服与上游波动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10881360" cy="1828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800" b="1">
                <a:solidFill>
                  <a:srgbClr val="0F1C2E"/>
                </a:solidFill>
                <a:latin typeface="Microsoft YaHei"/>
              </a:rPr>
              <a:t>售价 ≈ 官方/百度结算成本  ×  1.5～1.8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6B7C8E"/>
                </a:solidFill>
                <a:latin typeface="Microsoft YaHei"/>
              </a:rPr>
              <a:t>对外展示：Official ref. price vs Our price（一眼觉得划算，但别打穿毛利）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931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7A6E"/>
                </a:solidFill>
                <a:latin typeface="Microsoft YaHei"/>
              </a:rPr>
              <a:t>海外客户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805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付 USD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香港公司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749039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3931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45C26"/>
                </a:solidFill>
                <a:latin typeface="Microsoft YaHei"/>
              </a:rPr>
              <a:t>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44805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加价出售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签合同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749039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31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7A6E"/>
                </a:solidFill>
                <a:latin typeface="Microsoft YaHei"/>
              </a:rPr>
              <a:t>百度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4805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按折扣结算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出资源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749039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3931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45C26"/>
                </a:solidFill>
                <a:latin typeface="Microsoft YaHei"/>
              </a:rPr>
              <a:t>交付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44805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GPU/平台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在百度侧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13  即使不买服务器，你仍要搞定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C8E"/>
                </a:solidFill>
                <a:latin typeface="Microsoft YaHei"/>
              </a:rPr>
              <a:t>轻资产 ≠ 零运营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819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1417320"/>
            <a:ext cx="9875520" cy="7315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160020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2F45"/>
                </a:solidFill>
                <a:latin typeface="Microsoft YaHei"/>
              </a:rPr>
              <a:t>香港公司：对客合同、收款、开票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377440"/>
            <a:ext cx="502920" cy="502920"/>
          </a:xfrm>
          <a:prstGeom prst="ellipse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505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2286000"/>
            <a:ext cx="9875520" cy="7315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246888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2F45"/>
                </a:solidFill>
                <a:latin typeface="Microsoft YaHei"/>
              </a:rPr>
              <a:t>价目表：GPU 型号 / 包月 / 按小时；进价与售价两列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246120"/>
            <a:ext cx="502920" cy="502920"/>
          </a:xfrm>
          <a:prstGeom prst="ellipse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3192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3154680"/>
            <a:ext cx="9875520" cy="7315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333756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2F45"/>
                </a:solidFill>
                <a:latin typeface="Microsoft YaHei"/>
              </a:rPr>
              <a:t>英文一页介绍：卖的是 Baidu Cloud 算力，谁交付、谁支持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114799"/>
            <a:ext cx="502920" cy="502920"/>
          </a:xfrm>
          <a:prstGeom prst="ellipse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18795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54480" y="4023359"/>
            <a:ext cx="9875520" cy="7315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4206239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2F45"/>
                </a:solidFill>
                <a:latin typeface="Microsoft YaHei"/>
              </a:rPr>
              <a:t>责任边界：底层故障找百度；账号、账单、续费找你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983480"/>
            <a:ext cx="502920" cy="502920"/>
          </a:xfrm>
          <a:prstGeom prst="ellipse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0566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54480" y="4892040"/>
            <a:ext cx="9875520" cy="7315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507492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2F45"/>
                </a:solidFill>
                <a:latin typeface="Microsoft YaHei"/>
              </a:rPr>
              <a:t>上游合规：书面确认允许面向境外客户提供服务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14  本周只做 3 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C8E"/>
                </a:solidFill>
                <a:latin typeface="Microsoft YaHei"/>
              </a:rPr>
              <a:t>先把供给和授权钉死，再谈获客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56616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3566160" cy="64008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① 约百度对接人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6032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2F45"/>
                </a:solidFill>
                <a:latin typeface="Microsoft YaHei"/>
              </a:rPr>
              <a:t>把「身份 / 结算 / 落户 / 出海 / 品牌」五句问出书面或聊天记录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56616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45920"/>
            <a:ext cx="3566160" cy="6400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83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② 摸清可卖清单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6032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2F45"/>
                </a:solidFill>
                <a:latin typeface="Microsoft YaHei"/>
              </a:rPr>
              <a:t>折扣到底覆盖：GPU 算力？模型调用？还是两者都有？型号与配额？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1645920"/>
            <a:ext cx="356616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59" y="1645920"/>
            <a:ext cx="3566160" cy="6400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9" y="1783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③ 出一张报价骨架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256032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2F45"/>
                </a:solidFill>
                <a:latin typeface="Microsoft YaHei"/>
              </a:rPr>
              <a:t>香港公司抬头；成本 / 售价 / 付款方式；先别对外公开大范围投放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15  决策一页纸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C8E"/>
                </a:solidFill>
                <a:latin typeface="Microsoft YaHei"/>
              </a:rPr>
              <a:t>昨天讨论的最终收敛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881360" cy="4937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议题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结论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生意本质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官方折扣成本优势 + 海外销售，不是黄牛倒卖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对外产品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百度侧算力/推理服务（渠道转售），而非自建机房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主体与收款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香港公司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技术自建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暂不做 One API；保留为备用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优先合作形态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百度子账号转售（优于纯返点）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客户顺序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先开发者/小团队，再企业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定价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成本 × 1.5～1.8，对照官网公开价展示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下一步瓶颈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与百度书面确认授权、结算、出海与落户方式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B8C7D6"/>
                </a:solidFill>
                <a:latin typeface="Microsoft YaHei"/>
              </a:rPr>
              <a:t>把百度五句话谈成记录 → 出报价骨架 → 找 3～5 个种子客户试单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C8E"/>
                </a:solidFill>
                <a:latin typeface="Microsoft YaHei"/>
              </a:rPr>
              <a:t>备选：若百度路径谈不拢，再启用 One API 自建网关方案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