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投资人一页纸 · 主线 + 期权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A2F45"/>
                </a:solidFill>
                <a:latin typeface="Microsoft YaHei"/>
              </a:rPr>
              <a:t>官方折扣 × 香港收款 × 百度供给 → 海外卖 AI 能力。主线做算力/Token 渠道；期权做可复制服务标品。两门都留，资源分清。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5623560" cy="3246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5623560" cy="384048"/>
          </a:xfrm>
          <a:prstGeom prst="rect">
            <a:avLst/>
          </a:prstGeom>
          <a:solidFill>
            <a:srgbClr val="1F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主线  ·  算力 / Token 渠道（现在）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卖：模型调用额度 / 百度云算力（按量）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客：海外开发者与小团队 → 再企业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我们：港司收款、一线支持、渠道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百度：模型/算力、账户与渠道政策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定价：成本 × 1.5～1.8 · 预充值 · 忌灰 Key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闸门：书面授权（开户/折扣/落户/出海/品牌）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备用：谈不拢再启 One API，非当前主投入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623560" cy="324612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72200" y="1600200"/>
            <a:ext cx="5623560" cy="384048"/>
          </a:xfrm>
          <a:prstGeom prst="rect">
            <a:avLst/>
          </a:prstGeom>
          <a:solidFill>
            <a:srgbClr val="B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66420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期权  ·  AI 服务标品（有客户再放大）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10312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卖：业务结果订阅（开账号+配置即用）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客：已有行业/外贸客户（信任已在）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验收：第10家仍只需配置，不做外包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路径：样板手工 → 固化80% → 复制放大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候选：图册/询盘/单证/会前简报（四选一）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与主线关系：可附带卖额度，额度是增值项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•  见钱：样板客户手工交付即可收费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983480"/>
            <a:ext cx="3657600" cy="15544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7492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F7A6E"/>
                </a:solidFill>
                <a:latin typeface="Microsoft YaHei"/>
              </a:rPr>
              <a:t>90 天资源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0F1C2E"/>
                </a:solidFill>
                <a:latin typeface="Microsoft YaHei"/>
              </a:rPr>
              <a:t>主线 7  ·  期权 3</a:t>
            </a:r>
          </a:p>
          <a:p>
            <a:pPr algn="l">
              <a:spcAft>
                <a:spcPts val="0"/>
              </a:spcAft>
            </a:pPr>
            <a:r>
              <a:rPr sz="1100" b="0">
                <a:solidFill>
                  <a:srgbClr val="6B7C8E"/>
                </a:solidFill>
                <a:latin typeface="Microsoft YaHei"/>
              </a:rPr>
              <a:t>期权只打磨 1 个标品一号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4983480"/>
            <a:ext cx="7589520" cy="155448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5074920"/>
            <a:ext cx="7223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45C26"/>
                </a:solidFill>
                <a:latin typeface="Microsoft YaHei"/>
              </a:rPr>
              <a:t>投资人核验（通过才加码）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A2F45"/>
                </a:solidFill>
                <a:latin typeface="Microsoft YaHei"/>
              </a:rPr>
              <a:t>①百度书面授权  ②含支付/客服后仍有贡献利润  ③主线 3–5 个可对账种子单  ④期权痛点来自真实客户  ⑤无灰通道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