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1097280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F7F3EA"/>
                </a:solidFill>
                <a:latin typeface="Microsoft YaHei"/>
                <a:ea typeface="Microsoft YaHei"/>
              </a:rPr>
              <a:t>从「找一个自动化 Skill」开始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D2C6B4"/>
                </a:solidFill>
                <a:latin typeface="Microsoft YaHei"/>
                <a:ea typeface="Microsoft YaHei"/>
              </a:rPr>
              <a:t>到弄明白：说明书、API、模型、平台，各自干什么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9AA3B0"/>
                </a:solidFill>
                <a:latin typeface="Microsoft YaHei"/>
                <a:ea typeface="Microsoft YaHei"/>
              </a:rPr>
              <a:t>一场大白话对话讲义  ·  你问我答  ·  先总结方向，再回放全文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AA3B0"/>
                </a:solidFill>
                <a:latin typeface="Microsoft YaHei"/>
                <a:ea typeface="Microsoft YaHei"/>
              </a:rPr>
              <a:t>Skill 探讨讲义  ·  封面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103120"/>
            <a:ext cx="822960" cy="9144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F7F3EA"/>
                </a:solidFill>
                <a:latin typeface="Microsoft YaHei"/>
                <a:ea typeface="Microsoft YaHei"/>
              </a:rPr>
              <a:t>先说清楚方向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C8BDAD"/>
                </a:solidFill>
                <a:latin typeface="Microsoft YaHei"/>
                <a:ea typeface="Microsoft YaHei"/>
              </a:rPr>
              <a:t>后面那些 AI 对比，不是闲聊，是被需求逼出来的。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AA3B0"/>
                </a:solidFill>
                <a:latin typeface="Microsoft YaHei"/>
                <a:ea typeface="Microsoft YaHei"/>
              </a:rPr>
              <a:t>Skill 探讨讲义  ·  分节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开场总结 · 为什么会聊到后面那些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C242E"/>
                </a:solidFill>
                <a:latin typeface="Microsoft YaHei"/>
                <a:ea typeface="Microsoft YaHei"/>
              </a:rPr>
              <a:t>你不是上来就问模型榜单的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1C242E"/>
                </a:solidFill>
                <a:latin typeface="Microsoft YaHei"/>
                <a:ea typeface="Microsoft YaHei"/>
              </a:rPr>
              <a:t>你真正想办的事很具体：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42E"/>
                </a:solidFill>
                <a:latin typeface="Microsoft YaHei"/>
                <a:ea typeface="Microsoft YaHei"/>
              </a:rPr>
              <a:t>想找能画 CAD、自动处理文档、管邮件、自动回微信的 skill。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42E"/>
                </a:solidFill>
                <a:latin typeface="Microsoft YaHei"/>
                <a:ea typeface="Microsoft YaHei"/>
              </a:rPr>
              <a:t>结果发现：当前环境里并没有这种现成技能包可“搜索安装”。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C242E"/>
                </a:solidFill>
                <a:latin typeface="Microsoft YaHei"/>
                <a:ea typeface="Microsoft YaHei"/>
              </a:rPr>
              <a:t>所以对话自然拐到了——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472"/>
                </a:solidFill>
                <a:latin typeface="Microsoft YaHei"/>
                <a:ea typeface="Microsoft YaHei"/>
              </a:rPr>
              <a:t>skill 到底是不是能力本身？要不要自己开发？Codex 是不是更多？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472"/>
                </a:solidFill>
                <a:latin typeface="Microsoft YaHei"/>
                <a:ea typeface="Microsoft YaHei"/>
              </a:rPr>
              <a:t>API 又是啥？Auto 和 GPT、Claude 差在哪？阀门定位器要不要上 Opus？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C242E"/>
                </a:solidFill>
                <a:latin typeface="Microsoft YaHei"/>
                <a:ea typeface="Microsoft YaHei"/>
              </a:rPr>
              <a:t>后面所有关于 AI 的探讨，都是被这件事逼出来的方向澄清。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开场总结 · 大白话版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1C242E"/>
                </a:solidFill>
                <a:latin typeface="Microsoft YaHei"/>
                <a:ea typeface="Microsoft YaHei"/>
              </a:rPr>
              <a:t>先把几个容易混的词说清楚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03520" cy="2011680"/>
          </a:xfrm>
          <a:prstGeom prst="roundRect">
            <a:avLst/>
          </a:prstGeom>
          <a:solidFill>
            <a:srgbClr val="FFFCF7"/>
          </a:solidFill>
          <a:ln>
            <a:solidFill>
              <a:srgbClr val="D7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F6F64"/>
                </a:solidFill>
                <a:latin typeface="Microsoft YaHei"/>
                <a:ea typeface="Microsoft YaHei"/>
              </a:rPr>
              <a:t>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A64B2A"/>
                </a:solidFill>
                <a:latin typeface="Microsoft YaHei"/>
                <a:ea typeface="Microsoft YaHei"/>
              </a:rPr>
              <a:t>说明书 / SOP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754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</a:rPr>
              <a:t>教 AI 遇到这类事先按什么步骤做。
本身不等于已经连上微信或 CAD。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03520" cy="2011680"/>
          </a:xfrm>
          <a:prstGeom prst="roundRect">
            <a:avLst/>
          </a:prstGeom>
          <a:solidFill>
            <a:srgbClr val="FFFCF7"/>
          </a:solidFill>
          <a:ln>
            <a:solidFill>
              <a:srgbClr val="D7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F6F64"/>
                </a:solidFill>
                <a:latin typeface="Microsoft YaHei"/>
                <a:ea typeface="Microsoft YaHei"/>
              </a:rPr>
              <a:t>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A64B2A"/>
                </a:solidFill>
                <a:latin typeface="Microsoft YaHei"/>
                <a:ea typeface="Microsoft YaHei"/>
              </a:rPr>
              <a:t>插座 / 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4754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</a:rPr>
              <a:t>让程序真的去读邮箱、发通知、驱动软件。
没它，很多自动化只能停留在“会说”。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5303520" cy="2011680"/>
          </a:xfrm>
          <a:prstGeom prst="roundRect">
            <a:avLst/>
          </a:prstGeom>
          <a:solidFill>
            <a:srgbClr val="FFFCF7"/>
          </a:solidFill>
          <a:ln>
            <a:solidFill>
              <a:srgbClr val="D7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4048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F6F64"/>
                </a:solidFill>
                <a:latin typeface="Microsoft YaHei"/>
                <a:ea typeface="Microsoft YaHei"/>
              </a:rPr>
              <a:t>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A64B2A"/>
                </a:solidFill>
                <a:latin typeface="Microsoft YaHei"/>
                <a:ea typeface="Microsoft YaHei"/>
              </a:rPr>
              <a:t>脑子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4754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</a:rPr>
              <a:t>Claude / GPT / Kimi / Grok……
负责想、写、判断。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57600"/>
            <a:ext cx="5303520" cy="2011680"/>
          </a:xfrm>
          <a:prstGeom prst="roundRect">
            <a:avLst/>
          </a:prstGeom>
          <a:solidFill>
            <a:srgbClr val="FFFCF7"/>
          </a:solidFill>
          <a:ln>
            <a:solidFill>
              <a:srgbClr val="D7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84048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F6F64"/>
                </a:solidFill>
                <a:latin typeface="Microsoft YaHei"/>
                <a:ea typeface="Microsoft YaHei"/>
              </a:rPr>
              <a:t>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1605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A64B2A"/>
                </a:solidFill>
                <a:latin typeface="Microsoft YaHei"/>
                <a:ea typeface="Microsoft YaHei"/>
              </a:rPr>
              <a:t>身体 + 工具箱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26280"/>
            <a:ext cx="4754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</a:rPr>
              <a:t>Cursor Auto / Codex……
决定看得见项目、改不改得了文件、接不接得上工具。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开场总结 · 后来达成的共识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1C242E"/>
                </a:solidFill>
                <a:latin typeface="Microsoft YaHei"/>
                <a:ea typeface="Microsoft YaHei"/>
              </a:rPr>
              <a:t>不是换个软件名字就自动会干活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241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C242E"/>
                </a:solidFill>
                <a:latin typeface="Microsoft YaHei"/>
                <a:ea typeface="Microsoft YaHei"/>
              </a:rPr>
              <a:t>1. 现成 skill 少，不等于装配能力差。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01368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B6472"/>
                </a:solidFill>
                <a:latin typeface="Microsoft YaHei"/>
                <a:ea typeface="Microsoft YaHei"/>
              </a:rPr>
              <a:t>Auto 能写代码、接 API、搭流程；差的是现成说明书多不多。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39"/>
            <a:ext cx="10241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C242E"/>
                </a:solidFill>
                <a:latin typeface="Microsoft YaHei"/>
                <a:ea typeface="Microsoft YaHei"/>
              </a:rPr>
              <a:t>2. Codex 往往生态更整，但也不等于装完就有微信/CAD。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7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B6472"/>
                </a:solidFill>
                <a:latin typeface="Microsoft YaHei"/>
                <a:ea typeface="Microsoft YaHei"/>
              </a:rPr>
              <a:t>还是要 skill + API + 代码一起配。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241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C242E"/>
                </a:solidFill>
                <a:latin typeface="Microsoft YaHei"/>
                <a:ea typeface="Microsoft YaHei"/>
              </a:rPr>
              <a:t>3. 模型像发动机，平台像整车。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38727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B6472"/>
                </a:solidFill>
                <a:latin typeface="Microsoft YaHei"/>
                <a:ea typeface="Microsoft YaHei"/>
              </a:rPr>
              <a:t>榜单多测脑子；真实项目还看工具、权限、流程。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10241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C242E"/>
                </a:solidFill>
                <a:latin typeface="Microsoft YaHei"/>
                <a:ea typeface="Microsoft YaHei"/>
              </a:rPr>
              <a:t>4. 你喂 Blender 出 FY301 视频，本质是：工具补上了 + 流程沉淀成 skill。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B6472"/>
                </a:solidFill>
                <a:latin typeface="Microsoft YaHei"/>
                <a:ea typeface="Microsoft YaHei"/>
              </a:rPr>
              <a:t>装软件偏工具；一步步纠正偏说明书。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83480"/>
            <a:ext cx="10241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C242E"/>
                </a:solidFill>
                <a:latin typeface="Microsoft YaHei"/>
                <a:ea typeface="Microsoft YaHei"/>
              </a:rPr>
              <a:t>5. 孔板要“像 CAD 画的”，得操作 CAD / 用母版，不是只靠 ezdxf 吐文件。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76088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B6472"/>
                </a:solidFill>
                <a:latin typeface="Microsoft YaHei"/>
                <a:ea typeface="Microsoft YaHei"/>
              </a:rPr>
              <a:t>文丘里图是观感样板，不是让你画文丘里。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1C242E"/>
                </a:solidFill>
                <a:latin typeface="Microsoft YaHei"/>
                <a:ea typeface="Microsoft YaHei"/>
              </a:rPr>
              <a:t>怎么读后面的对话回放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2926080"/>
          </a:xfrm>
          <a:prstGeom prst="roundRect">
            <a:avLst/>
          </a:prstGeom>
          <a:solidFill>
            <a:srgbClr val="E8F2EF"/>
          </a:solidFill>
          <a:ln>
            <a:solidFill>
              <a:srgbClr val="1F6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1188720" cy="365760"/>
          </a:xfrm>
          <a:prstGeom prst="roundRect">
            <a:avLst/>
          </a:prstGeom>
          <a:solidFill>
            <a:srgbClr val="1F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47548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2E"/>
                </a:solidFill>
                <a:latin typeface="Microsoft YaHei"/>
                <a:ea typeface="Microsoft YaHei"/>
              </a:rPr>
              <a:t>左侧 / 青色标签
你的提问、纠正、选择方向。
比如：要筛选 skill、要方案 4、要 MVP 结构、纠正“不是让我自己开发官方 skill”。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2926080"/>
          </a:xfrm>
          <a:prstGeom prst="roundRect">
            <a:avLst/>
          </a:prstGeom>
          <a:solidFill>
            <a:srgbClr val="F3EBE0"/>
          </a:solidFill>
          <a:ln>
            <a:solidFill>
              <a:srgbClr val="A64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600200"/>
            <a:ext cx="1463040" cy="365760"/>
          </a:xfrm>
          <a:prstGeom prst="roundRect">
            <a:avLst/>
          </a:prstGeom>
          <a:solidFill>
            <a:srgbClr val="A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27632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7548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2E"/>
                </a:solidFill>
                <a:latin typeface="Microsoft YaHei"/>
                <a:ea typeface="Microsoft YaHei"/>
              </a:rPr>
              <a:t>右侧 / 赭石标签
我的回答与澄清。
尽量保留大白话，不把排行榜和产品混为一谈。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10515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5B6472"/>
                </a:solidFill>
                <a:latin typeface="Microsoft YaHei"/>
                <a:ea typeface="Microsoft YaHei"/>
              </a:rPr>
              <a:t>后面按时间顺序回放。长回答会拆成多页，避免一页挤成墙。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103120"/>
            <a:ext cx="822960" cy="9144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F7F3EA"/>
                </a:solidFill>
                <a:latin typeface="Microsoft YaHei"/>
                <a:ea typeface="Microsoft YaHei"/>
              </a:rPr>
              <a:t>完整对话回放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C8BDAD"/>
                </a:solidFill>
                <a:latin typeface="Microsoft YaHei"/>
                <a:ea typeface="Microsoft YaHei"/>
              </a:rPr>
              <a:t>按发生顺序。你 = 青色；Auto = 赭石。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AA3B0"/>
                </a:solidFill>
                <a:latin typeface="Microsoft YaHei"/>
                <a:ea typeface="Microsoft YaHei"/>
              </a:rPr>
              <a:t>Skill 探讨讲义  ·  分节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1F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怎么搜索 skill 并添加？我告诉你，你能筛出来吗？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E8F2EF"/>
          </a:solidFill>
          <a:ln>
            <a:solidFill>
              <a:srgbClr val="1F6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直接问：能不能按目标帮我筛选现有 skill，并说明该先用哪个。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A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可以。你把场景或关键词给我，我来筛。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F3EBE0"/>
          </a:solidFill>
          <a:ln>
            <a:solidFill>
              <a:srgbClr val="A64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当时环境里实际可用的只有：
• env-setup（环境）
• migrate-to-builds（环境构建迁移）
• subscribe（订阅 CI/事件）
• walkthrough-artifacts（截图录屏证明）
并建议你用「需求列表 → 推荐 skill」的格式继续。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1F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想搜：画 CAD、自动处理文档、邮件、自动回微信的 skill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E8F2EF"/>
          </a:solidFill>
          <a:ln>
            <a:solidFill>
              <a:srgbClr val="1F6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目标很明确：办公 + 工程自动化能力包。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A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按当前可用 skills：没有直接匹配。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F3EBE0"/>
          </a:solidFill>
          <a:ln>
            <a:solidFill>
              <a:srgbClr val="A64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结论：CAD / 文档 / 邮件 / 微信 这四类，现成 skill 都未命中。
但可以帮你把需求整理成 skill 候选清单，并按落地难度排序：
文档 → 邮件 → 微信 → CAD。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1F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E8F2EF"/>
          </a:solidFill>
          <a:ln>
            <a:solidFill>
              <a:srgbClr val="1F6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同意继续整理候选清单。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A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给出四类 skill 候选包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F3EBE0"/>
          </a:solidFill>
          <a:ln>
            <a:solidFill>
              <a:srgbClr val="A64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document-automation / email-automation /
wechat-auto-reply / cad-drawing-automation
并说明各自输入输出、依赖、优先级。
下一步提供 5 个展开选项。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1F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选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E8F2EF"/>
          </a:solidFill>
          <a:ln>
            <a:solidFill>
              <a:srgbClr val="1F6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要「文档 + 邮件 + 微信」自动化方案，而不是先做 CAD。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A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给出文档+邮件+微信整体方案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F3EBE0"/>
          </a:solidFill>
          <a:ln>
            <a:solidFill>
              <a:srgbClr val="A64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五模块：邮件接入、文档处理、规则引擎、消息通知、存储。
并拆成三个 skill：文档 / 邮件 / 微信。
建议 MVP：读邮件 → 提附件 → 抽字段 → 存表 → 企业微信通知。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1F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再选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E8F2EF"/>
          </a:solidFill>
          <a:ln>
            <a:solidFill>
              <a:srgbClr val="1F6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要 MVP 项目结构设计。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A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给出 Python MVP 目录与模块职责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F3EBE0"/>
          </a:solidFill>
          <a:ln>
            <a:solidFill>
              <a:srgbClr val="A64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email / documents / workflows / notifications / storage…
强调先打通主链路，别一上来做复杂微信多轮对话。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1F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你是让我自己开发 skill？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E8F2EF"/>
          </a:solidFill>
          <a:ln>
            <a:solidFill>
              <a:srgbClr val="1F6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关键澄清点：是不是要自己造官方 skill。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T06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A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不是让你开发 Cursor 官方 skill。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F3EBE0"/>
          </a:solidFill>
          <a:ln>
            <a:solidFill>
              <a:srgbClr val="A64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两层意思要分开：
1）当前环境里的内置 skill：没有你要的那些，搜不到就装不上。
2）前面列的 document/email/wechat/cad：是业务能力模块设计，
   本质是你自己的自动化系统 / 工作流，不是插件市场一键安装。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T06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1F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Codex 里的 skill 是不是更多？靠那个平台能不能实现？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E8F2EF"/>
          </a:solidFill>
          <a:ln>
            <a:solidFill>
              <a:srgbClr val="1F6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想确认换平台是否就能直接拥有能力。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T07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A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Codex 生态通常更完整，但不等于自动拥有业务能力。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F3EBE0"/>
          </a:solidFill>
          <a:ln>
            <a:solidFill>
              <a:srgbClr val="A64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skill 多是说明书；真要邮件/微信/CAD，还得 MCP/API/脚本。
一句话：Codex 更像装配平台，不是现成办公机器人商店。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T07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1F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那就是说装配能力不比 Codex 差，只是说明书少，要我一点点打磨？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E8F2EF"/>
          </a:solidFill>
          <a:ln>
            <a:solidFill>
              <a:srgbClr val="1F6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开始形成自己的理解模型。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T08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A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基本正确，再补一句：软件本身也重要。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F3EBE0"/>
          </a:solidFill>
          <a:ln>
            <a:solidFill>
              <a:srgbClr val="A64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执行和装配能力接近；Codex 往往现成 skill/插件更多。
在 Cursor 这边，很多业务能力要自己沉淀成 skill、规则、脚本和工作流。
说明书是加速器，不是能力本身。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T08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1F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API 是什么？Auto 和 Codex（ChatGPT）差距有么？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E8F2EF"/>
          </a:solidFill>
          <a:ln>
            <a:solidFill>
              <a:srgbClr val="1F6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要通俗解释。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T09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A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API = 让两个软件互相说话的接口。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F3EBE0"/>
          </a:solidFill>
          <a:ln>
            <a:solidFill>
              <a:srgbClr val="A64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餐厅传菜窗口比喻：你按规则点，厨房按规则上菜。
邮箱 API、企业微信 API、CAD API 都是这个意思。
Auto vs Codex：不完全是智商差距，更像两套工作台。
Auto 偏多模型调度；Codex 偏 GPT/OpenAI 生态。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T09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1F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Auto 里有 Kimi、Grok；Codex 是 GPT。是不是像 IBM 集成 vs 苹果自家？好坏只看模型？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E8F2EF"/>
          </a:solidFill>
          <a:ln>
            <a:solidFill>
              <a:srgbClr val="1F6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半对半错的类比。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T10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A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模型像发动机，平台像整车。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F3EBE0"/>
          </a:solidFill>
          <a:ln>
            <a:solidFill>
              <a:srgbClr val="A64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对的部分：Auto 多模型，Codex 更偏 GPT 体系。
要修正：好坏不只取决于模型。
软件还决定：看得见多少项目、能不能跑命令、有没有连接器、skill 怎么加载。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T10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1F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那为什么 AI 能力排名你比较靠后，写代码最强是 Claude？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E8F2EF"/>
          </a:solidFill>
          <a:ln>
            <a:solidFill>
              <a:srgbClr val="1F6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把排行榜和工作模式混在一起了。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T11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A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排行榜多测单模型；我是 Auto 调度模式。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F3EBE0"/>
          </a:solidFill>
          <a:ln>
            <a:solidFill>
              <a:srgbClr val="A64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Claude 在很多写代码评测里确实常靠前。
但 Auto 不是“一个固定大脑”，还带着改仓库、跑命令、接工具的工作方式。
排行榜偏裸分，不等于整车体验总分。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T11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1F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好（继续：何时追最强模型）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E8F2EF"/>
          </a:solidFill>
          <a:ln>
            <a:solidFill>
              <a:srgbClr val="1F6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接受“按任务选模型”的建议。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T12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A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日常推进用 Auto；又难又容易写错时再上最强写代码模型。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F3EBE0"/>
          </a:solidFill>
          <a:ln>
            <a:solidFill>
              <a:srgbClr val="A64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对文档/邮件/微信这类自动化：先把流程和接口做出来，比换模型更重要。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T12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1F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阀门定位器程序需要用到 Claude 吗？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E8F2EF"/>
          </a:solidFill>
          <a:ln>
            <a:solidFill>
              <a:srgbClr val="1F6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落到自己的真实项目。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T13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A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现阶段不必专门上 Claude。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F3EBE0"/>
          </a:solidFill>
          <a:ln>
            <a:solidFill>
              <a:srgbClr val="A64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界面、选型、手册公式落地、演示：Auto 通常够。
控制回路不稳、固件时序、公式连环错、大重构卡住：再换更强模型。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T13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1F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你这里有 Opus 吗？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E8F2EF"/>
          </a:solidFill>
          <a:ln>
            <a:solidFill>
              <a:srgbClr val="1F6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确认有没有更强写代码模型可选。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T14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A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软件里有 Opus，但这场对话用的不是它。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F3EBE0"/>
          </a:solidFill>
          <a:ln>
            <a:solidFill>
              <a:srgbClr val="A64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现在是 Auto。需要时你要自己切到 Claude Opus。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T14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1F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可以接着说我刚才拦着你、没让你说的问题了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E8F2EF"/>
          </a:solidFill>
          <a:ln>
            <a:solidFill>
              <a:srgbClr val="1F6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回到：模型 / 平台 / skill / API / 代码各自负责什么。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T15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A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五者分工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F3EBE0"/>
          </a:solidFill>
          <a:ln>
            <a:solidFill>
              <a:srgbClr val="A64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模型=脑子；平台=身体工具箱；skill=说明书；
API=对外接口；代码=把流程真正跑起来。
只有 skill 没有 API 和代码，很多事做不成。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T15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1F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先打断……同样的 skill、同样的模型，放到不同平台，执行同样命令，结果会不一样吗？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E8F2EF"/>
          </a:solidFill>
          <a:ln>
            <a:solidFill>
              <a:srgbClr val="1F6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精确追问。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T16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A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不一定，但经常会不一样。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F3EBE0"/>
          </a:solidFill>
          <a:ln>
            <a:solidFill>
              <a:srgbClr val="A64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纯问答可能接近；一旦依赖项目上下文和工具，平台差异就会放大。
同样的脑子，配了不同身体、工具箱、视野和权限。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T16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1F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FY301 动画时，装 Blender 一步步喂你，是不是 API？一步步沟通是不是在提取 skill？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E8F2EF"/>
          </a:solidFill>
          <a:ln>
            <a:solidFill>
              <a:srgbClr val="1F6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用真实经历验证概念。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T17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A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不完全是 API；喂养非常接近在提取 skill。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F3EBE0"/>
          </a:solidFill>
          <a:ln>
            <a:solidFill>
              <a:srgbClr val="A64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装 Blender = 补工具本体；
用脚本驱动 Blender = 更像 API；
你一步步纠正镜头和讲解顺序 = 沉淀 SOP / skill。
效果变好，是因为工具 + 说明书 + 执行路径齐了。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T17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1F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孔板算完要出 CAD 加工图，做不到实际效果；看到 Codex 有人能实现，我们怎么达成？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E8F2EF"/>
          </a:solidFill>
          <a:ln>
            <a:solidFill>
              <a:srgbClr val="1F6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工程落地痛点。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T18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A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缺的是参数桥 + 模板 + 参考图锁风格 + 稳定出图链路。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F3EBE0"/>
          </a:solidFill>
          <a:ln>
            <a:solidFill>
              <a:srgbClr val="A64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不是换到 Codex 就自动会。
计算对了，不等于车间认的生产图。
正确目标：算完套标准孔板模板，生成可打开 DXF，再 CAD 微调。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T18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T19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1F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我给了国外文丘里图纸模型，也没做出那种效果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E8F2EF"/>
          </a:solidFill>
          <a:ln>
            <a:solidFill>
              <a:srgbClr val="1F6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补充证据。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T19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T19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A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有参考 ≠ 能复刻。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F3EBE0"/>
          </a:solidFill>
          <a:ln>
            <a:solidFill>
              <a:srgbClr val="A64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参考图要拆成可编辑母版、驱动参数表、自动桥、增量规则。
文丘里比孔板更复杂，更容易只做出示意。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T19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1F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纠正：文丘里图是要孔板做成那种效果；Codex+skill 是操作 CAD 自己画；问题是风格不像 CAD 生成的，不是尺寸不准。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E8F2EF"/>
          </a:solidFill>
          <a:ln>
            <a:solidFill>
              <a:srgbClr val="1F6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关键纠正，方向被摆正。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T20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</a:rPr>
              <a:t>对话回放  ·  T20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234440" cy="347472"/>
          </a:xfrm>
          <a:prstGeom prst="roundRect">
            <a:avLst/>
          </a:prstGeom>
          <a:solidFill>
            <a:srgbClr val="A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234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85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242E"/>
                </a:solidFill>
                <a:latin typeface="Microsoft YaHei"/>
                <a:ea typeface="Microsoft YaHei"/>
              </a:rPr>
              <a:t>承认路线选错了。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332720" cy="4754880"/>
          </a:xfrm>
          <a:prstGeom prst="roundRect">
            <a:avLst/>
          </a:prstGeom>
          <a:solidFill>
            <a:srgbClr val="F3EBE0"/>
          </a:solidFill>
          <a:ln>
            <a:solidFill>
              <a:srgbClr val="A64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784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</a:rPr>
              <a:t>你要的是：操作已安装 CAD，从 0 出生产级观感。
当时走的是 ezdxf 脚本生成 DXF，容易“一眼机器味”。
观感问题先于尺寸问题。正确路径是 CAD 驱动 / 母版 / 操作 CAD 的 skill。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T20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103120"/>
            <a:ext cx="822960" cy="9144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PART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F7F3EA"/>
                </a:solidFill>
                <a:latin typeface="Microsoft YaHei"/>
                <a:ea typeface="Microsoft YaHei"/>
              </a:rPr>
              <a:t>收束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C8BDAD"/>
                </a:solidFill>
                <a:latin typeface="Microsoft YaHei"/>
                <a:ea typeface="Microsoft YaHei"/>
              </a:rPr>
              <a:t>一句话带走。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AA3B0"/>
                </a:solidFill>
                <a:latin typeface="Microsoft YaHei"/>
                <a:ea typeface="Microsoft YaHei"/>
              </a:rPr>
              <a:t>Skill 探讨讲义  ·  分节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带走这句话就够了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C242E"/>
                </a:solidFill>
                <a:latin typeface="Microsoft YaHei"/>
                <a:ea typeface="Microsoft YaHei"/>
              </a:rPr>
              <a:t>你要的不是“搜到一个神奇 skill”，
而是把说明书、接口、代码和平台配齐。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105156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5B6472"/>
                </a:solidFill>
                <a:latin typeface="Microsoft YaHei"/>
                <a:ea typeface="Microsoft YaHei"/>
              </a:rPr>
              <a:t>后面聊 Auto / Codex / Claude / Opus，
都是为了回答同一件事：
怎么把文档、邮件、微信、CAD、阀门定位器这些活，真正干成。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B6472"/>
                </a:solidFill>
                <a:latin typeface="Microsoft YaHei"/>
                <a:ea typeface="Microsoft YaHei"/>
              </a:rPr>
              <a:t>Skill 探讨讲义  ·  尾页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